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Q: Pourquoi un DLP navigateur plutôt qu’un CASB ?
Talking points:
1. AI leaks happen in the DOM (paste / upload), not only on the wire
2. Full-traffic MITM is costly; AI host allowlist is targeted
3. Blocking whole sites fails UX — intercept send + mask / Secure Rewrite
4. Position: AI-specific safety net, complementary to CASB — not a replacement
Deep dive: docs/FAQ-DUE-DILIGENCE-TECHNIQUE.md / -EN.md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Q: Le secret brut quitte-t-il le poste ?
Talking points:
1. Detection runs in the extension (+ optional local proxy) on-device
2. Default org policy: metadata_only (rule_ids, decision, host, severity)
3. No prompt / content fields — API rejects forbidden schema fields
4. Optional redacted previews only (max 5 × ~24 chars), never full text
Deep dive: docs/FAQ-DUE-DILIGENCE-TECHNIQUE.md / -EN.md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Q: Comment le pack de règles est-il authentifié ?
Talking points:
1. Published packs: JSON checksum + ed25519 signature
2. Agent verifies SPKI public key before applying rules
3. pack_verify_failed → no silent accept of tampered packs
4. Prevents MITM or compromised server from injecting arbitrary rules
Deep dive: docs/FAQ-DUE-DILIGENCE-TECHNIQUE.md / -EN.md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Q: Isolation multi-tenant — prouvez-le.
Talking points:
1. Postgres RLS on org_id (app.current_org_id)
2. Agent tokens scoped to one org
3. MSP: same admin email, MFA required on every tenant switch
4. GDPR org soft-delete + export path — no cross-tenant token reuse
Deep dive: docs/FAQ-DUE-DILIGENCE-TECHNIQUE.md / -EN.md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Q: La détection n’est-elle que du regex ?
Talking points:
1. Patterns + validators: Luhn (cards), IBAN mod-97, placeholder filters
2. Selective keyword gates for infra configs; anti phone-vs-IBAN FPs
3. Secure Rewrite: structured replacements with consistent mapping
4. Not document ML — auditable rule DLP; classification = later roadmap
Deep dive: docs/FAQ-DUE-DILIGENCE-TECHNIQUE.md / -EN.md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Q: En quoi n’êtes-vous pas un spyware RH ?
Talking points:
1. Scan at send/upload time — not continuous keystroke logging
2. Content script only on declared AI hosts (enabled_hosts)
3. local_only mode: zero org telemetry
4. Governance DLP argument, not behavioral surveillance
Deep dive: docs/FAQ-DUE-DILIGENCE-TECHNIQUE.md / -EN.md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Q: Identité admin : MFA, SSO, break-glass ?
Talking points:
1. TOTP MFA, passkeys/WebAuthn, OIDC, SAML SP, optional LDAP sync
2. MSP multi-tenant: 6-digit MFA on every org switch
3. Protected unenroll via admin password hashes
4. Vendor recovery only if offline ≥ ~2h + one-time codes
Deep dive: docs/FAQ-DUE-DILIGENCE-TECHNIQUE.md / -EN.md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Q: Les logs sont-ils opposables / immuables ?
Talking points:
1. Admin audit WORM: SHA-256 hash chain, append-only, integrity check
2. Detection events: retention configurable; SIEM CEF/syslog + Prometheus
3. Security PDF report: decisions + V3 rewrite/risk/shadow section
4. App-level seal (not tape WORM) — state it honestly
Deep dive: docs/FAQ-DUE-DILIGENCE-TECHNIQUE.md / -EN.md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Q: Proxy MITM local — n’est-ce pas pire ?
Talking points:
1. MITM on the user machine with enterprise CA (GPO), AI allowlist only
2. Soft-block per request (not permanent site ban); observe vs enforce
3. Complements extension DOM path (source=prompt|file|proxy)
4. Document CA trust, host scope, pinning edge cases in runbook
Deep dive: docs/FAQ-DUE-DILIGENCE-TECHNIQUE.md / -EN.md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 Q: Quelles sont vos limites honnêtes ?
Talking points:
1. Not full-channel DLP (USB, print, email) — do not oversell
2. Off-browser AI / non-listed hosts = coverage gap
3. Store listings live = ops (pre-GA); artifacts ready in monorepo
4. Rewrite is operational risk reduction, not formal crypto anonymity
Deep dive: docs/FAQ-DUE-DILIGENCE-TECHNIQUE.md / -EN.md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due diligence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questions a security engineer will ask — with dense answers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marketing. Architecture-backed · V2 pre-GA + V3-P0 · DailyOps.Tech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this deck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32588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/ RFP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10 questions cold. Full EN FAQ for written answers.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005840"/>
            <a:ext cx="109728" cy="132588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warm-up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demo: prove mastery, then show product.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60320"/>
            <a:ext cx="109728" cy="132588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+ trap answers build more trust than overclaim.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2560320"/>
            <a:ext cx="109728" cy="132588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docs/FAQ-DUE-DILIGENCE-TECHNIQUE(-EN).md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browser DLP instead of CASB / network DLP?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DLP navigateur plutôt qu’un CASB 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leaks happen in the DOM (paste / upload), not only on the wire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Full-traffic MITM is costly; AI host allowlist is targeted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whole sites fails UX — intercept send + mask / Secure Rewrite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4106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Position: AI-specific safety net, complementary to CASB — not a replacement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raw secret leave the endpoint?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secret brut quitte-t-il le poste 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runs in the extension (+ optional local proxy) on-device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org policy: metadata_only (rule_ids, decision, host, severity)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/ content fields — API rejects forbidden schema fields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4106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redacted previews only (max 5 × ~24 chars), never full text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rule pack authenticated?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pack de règles est-il authentifié 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packs: JSON checksum + ed25519 signature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verifies SPKI public key before applying rules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pack_verify_failed → no silent accept of tampered packs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4106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MITM or compromised server from injecting arbitrary rules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 — prove it.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multi-tenant — prouvez-le.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 on org_id (app.current_org_id)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tokens scoped to one org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MSP: same admin email, MFA required on every tenant switch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4106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org soft-delete + export path — no cross-tenant token reuse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detection “just regex”?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détection n’est-elle que du regex 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+ validators: Luhn (cards), IBAN mod-97, placeholder filters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keyword gates for infra configs; anti phone-vs-IBAN FPs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Rewrite: structured replacements with consistent mapping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4106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document ML — auditable rule DLP; classification = later roadmap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 not HR spyware / a keylogger?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quoi n’êtes-vous pas un spyware RH 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at send/upload time — not continuous keystroke logging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script only on declared AI hosts (enabled_hosts)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local_only mode: zero org telemetry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4106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DLP argument, not behavioral surveillance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identity: MFA, SSO, break-glass?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admin : MFA, SSO, break-glass 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MFA, passkeys/WebAuthn, OIDC, SAML SP, optional LDAP sync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multi-tenant: 6-digit MFA on every org switch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unenroll via admin password hashes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4106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recovery only if offline ≥ ~2h + one-time codes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logs forensically useful / immutable?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logs sont-ils opposables / immuables 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audit WORM: SHA-256 hash chain, append-only, integrity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events: retention configurable; SIEM CEF/syslog + Prometheus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PDF report: decisions + V3 rewrite/risk/shadow section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4106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App-level seal (not tape WORM) — state it honestly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MITM proxy — isn’t that worse?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MITM local — n’est-ce pas pire 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MITM on the user machine with enterprise CA (GPO), AI allowlist 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Soft-block per request (not permanent site ban); observe vs enforce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extension DOM path (source=prompt|file|proxy)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4106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CA trust, host scope, pinning edge cases in runbook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your honest product limits?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sont vos limites honnêtes 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2082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208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full-channel DLP (USB, print, email) — do not oversell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66090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609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26060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Off-browser AI / non-listed hosts = coverage gap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30098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00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461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listings live = ops (pre-GA); artifacts ready in monorepo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941064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38862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is operational risk reduction, not formal crypto anonymity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OpsGate · Technical due diligence · DailyOps.Tech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1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BD9C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checklist (cold)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extension ↔ engine ↔ API ↔ RLS ↔ proxy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metadata_only vs redacted match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379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· Secure Rewrite · block · send_anyway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2768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 pack signatures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7157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on every MSP tenant switch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trend = period N vs N−1 (±5 pts)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35935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D9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 limits: off-browser, pre-GA stores, rewrite ≠ crypto anonymity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FAQ FR/EN · 10Q deck · contact@dailyops.tech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OpsGate — Technical Due Diligence · 10 Questions</dc:title>
  <dc:subject>Security engineer FAQ deck</dc:subject>
  <dc:creator>DailyOps.Tech</dc:creator>
  <cp:lastModifiedBy>DailyOps.Tech</cp:lastModifiedBy>
  <cp:revision>1</cp:revision>
  <dcterms:created xsi:type="dcterms:W3CDTF">2026-07-18T11:59:57Z</dcterms:created>
  <dcterms:modified xsi:type="dcterms:W3CDTF">2026-07-18T11:59:57Z</dcterms:modified>
</cp:coreProperties>
</file>